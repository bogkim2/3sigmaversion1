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6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3640A-A31F-47A7-BFB5-9DB69980D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E88AFA-9F1F-493A-B44F-EBF14684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9F8A6F-8C19-47AD-B0F6-001D10B1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F3FA01-5F38-459C-8D61-B4A54D68C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B0B422-D047-493A-B1E1-63C7911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2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C61E3-F67D-4B55-A07A-790E3AFA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CE22AF-4914-4B33-83E3-310E31F68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31744-E0CF-43B1-8AD6-105C2AD5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4112CF-67D9-4625-AA9A-E0F6DB1B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AF4BD-3E45-4D2F-9299-D1EFBFC5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F348E-81EC-4115-BE4B-48E5F300B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7445FD-10C0-47AB-A2FA-212C30550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1E7831-89D3-4D6E-9045-9FF13D1C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F5B683-301A-46A2-9F85-276FBBB7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BC9BD2-BAE6-4712-8661-878E0247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118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D006F-7F99-49F0-B953-6B46582C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263E1-5F39-471E-9916-2174E8ECF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A784B0-94AA-47E8-9A63-FE8F9ACBE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7F9204-B670-416F-92E8-CCF644F67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A3E649-41AE-4BC1-BDFA-A2491CB4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E4BE04-F542-48F5-8D20-E418FC12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36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70742-5CB5-45BD-B54F-9BFB55D4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68C805-7B93-405C-9E31-06B2B2B8B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51B263-5726-4DB9-8F32-A31AD666D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C8F27A-90E2-491F-853D-ADAB0B011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8E6985-B68C-49A5-8772-7E1F05658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79513F-0055-48E7-ABD2-F99DCBB36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99605A-32BF-4A17-8842-78AA9EB16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3508D3-A76F-4F7D-8D9B-1B85B191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78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75A42-53E3-48D8-9D19-6BBACCD0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D7EA6A-F1FD-4868-BCC6-90A8C080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AA9DED-4F1C-4034-8C38-4464FDAC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13B361-2FDE-4F7A-A6FD-4569051F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43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1B302B-6B57-4684-9DBD-50C00861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69334A-42C9-42AF-B545-54DA6CFA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9A10BB-156B-4757-9EA6-B699B507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24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506A1-3133-495B-8869-16B71509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E7C5F0-F99E-4E9A-8D00-6C4223121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856720-13B0-4C85-80C9-931E3DA7F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5EBCF-1A74-42E9-91B9-4232E938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5EB8C7-A41D-46EB-A25C-FD7E5246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5A41A8-2370-4966-A142-CDA5DB4C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85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4D0F6-0742-455F-9F8C-D409D771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922BFE-CB30-4168-8B26-2A24E5C19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447EF2-E5A2-464A-8F7F-A563CD839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EBF0F-8D95-4E2D-82CE-B9AF8964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372014-B6D7-4073-BFAA-BBBF6FF4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437E2C-ABAE-4FF7-A405-D1C39E5A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34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47A01-15DB-4957-9F95-DFD8267F8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4D3490-2564-4BC1-8DC5-D08FC8567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6C76FC-4EFD-4622-8F3D-CD6F34F0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805A57-70C8-425E-B01B-8FD011E9E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1B0D91-EDBC-4634-889D-198D27DE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40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FA37A09-A392-4B3B-99E9-91F0548A0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E48415-F12D-4C68-96BE-500F106E2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006BC-1341-4037-83EC-6C249AE5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C43D90-61FA-4AD1-8E33-7206159D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1F54D-9C31-4C09-9828-7196E5C91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9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0285D4-F641-4788-B216-B00CC61E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C73E32-DD93-4370-A2D4-C537608E2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6034F-6178-468F-BC58-A0E1EF925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1E5F6-41EE-4F97-93C6-5D28168E27A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55A577-C253-48F3-995B-908BEA8FD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82DE1-BE0E-456E-84F8-F69F8F67B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28CC3-FF6C-4356-A07B-4FDA74EC1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89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8BC56-6D08-4E6E-B5D5-52EE2BAF9B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9C1542-D0A3-43D7-9352-059116765C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092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E6A9C-E3AC-4F08-BA10-3EAB7D429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307" y="533666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1. 7s3493-994110-6CRMEV.NET </a:t>
            </a:r>
            <a:r>
              <a:rPr lang="ko-KR" altLang="en-US" dirty="0"/>
              <a:t>이라는 파일임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Net </a:t>
            </a:r>
            <a:r>
              <a:rPr lang="ko-KR" altLang="en-US" dirty="0"/>
              <a:t>파일을 열어서 </a:t>
            </a:r>
            <a:r>
              <a:rPr lang="en-US" altLang="ko-KR" dirty="0"/>
              <a:t>information</a:t>
            </a:r>
            <a:r>
              <a:rPr lang="ko-KR" altLang="en-US" dirty="0"/>
              <a:t>을 </a:t>
            </a:r>
            <a:r>
              <a:rPr lang="ko-KR" altLang="en-US" dirty="0" err="1"/>
              <a:t>꺼집어</a:t>
            </a:r>
            <a:r>
              <a:rPr lang="ko-KR" altLang="en-US" dirty="0"/>
              <a:t> 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Net</a:t>
            </a:r>
            <a:r>
              <a:rPr lang="ko-KR" altLang="en-US" dirty="0"/>
              <a:t> 파일의 이름과 </a:t>
            </a:r>
            <a:r>
              <a:rPr lang="ko-KR" altLang="en-US" dirty="0" err="1"/>
              <a:t>꺼집어</a:t>
            </a:r>
            <a:r>
              <a:rPr lang="ko-KR" altLang="en-US" dirty="0"/>
              <a:t> 낼 정보를 선택한다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 099-51612-03-sumitomo.xlsx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Vendor</a:t>
            </a:r>
            <a:r>
              <a:rPr lang="ko-KR" altLang="en-US" dirty="0"/>
              <a:t> </a:t>
            </a:r>
            <a:r>
              <a:rPr lang="en-US" altLang="ko-KR" dirty="0"/>
              <a:t>spec</a:t>
            </a:r>
            <a:r>
              <a:rPr lang="ko-KR" altLang="en-US" dirty="0"/>
              <a:t> 파일을 열어서 정보를 가지고 온다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 DE requirement file (</a:t>
            </a:r>
            <a:r>
              <a:rPr lang="ko-KR" altLang="en-US" dirty="0"/>
              <a:t>이경우 </a:t>
            </a:r>
            <a:r>
              <a:rPr lang="en-US" altLang="ko-KR" dirty="0"/>
              <a:t>6CRMEV…xlsx</a:t>
            </a:r>
            <a:r>
              <a:rPr lang="ko-KR" altLang="en-US" dirty="0"/>
              <a:t>파일에서 첫번쨰 </a:t>
            </a:r>
            <a:r>
              <a:rPr lang="en-US" altLang="ko-KR" dirty="0"/>
              <a:t>sheet</a:t>
            </a:r>
            <a:r>
              <a:rPr lang="ko-KR" altLang="en-US" dirty="0"/>
              <a:t>의  이부분을 </a:t>
            </a:r>
            <a:r>
              <a:rPr lang="en-US" altLang="ko-KR" dirty="0" err="1"/>
              <a:t>part.pin</a:t>
            </a:r>
            <a:r>
              <a:rPr lang="en-US" altLang="ko-KR" dirty="0"/>
              <a:t> </a:t>
            </a:r>
            <a:r>
              <a:rPr lang="en-US" altLang="ko-KR" dirty="0" err="1"/>
              <a:t>part.pin</a:t>
            </a:r>
            <a:r>
              <a:rPr lang="ko-KR" altLang="en-US" dirty="0"/>
              <a:t>으로 쓴다</a:t>
            </a:r>
            <a:r>
              <a:rPr lang="en-US" altLang="ko-KR"/>
              <a:t>.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91E2DD-1190-4E2B-8C13-F31180DD6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835108"/>
              </p:ext>
            </p:extLst>
          </p:nvPr>
        </p:nvGraphicFramePr>
        <p:xfrm>
          <a:off x="1232966" y="4731282"/>
          <a:ext cx="28829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101073313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48099494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26344717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71490805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part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part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353813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J_TELE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U0200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9581009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J_TELE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U0200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1511522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J_TELE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U0200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 dirty="0">
                          <a:effectLst/>
                        </a:rPr>
                        <a:t>24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460332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J_TELE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U0200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3006592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J_TELE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U0200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8761726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J_TELE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U0200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5223728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J_TELE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U0200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439187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J_TELE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U0200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 dirty="0">
                          <a:effectLst/>
                        </a:rPr>
                        <a:t>18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73279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383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5B2EB-0EFE-4683-BD9A-AF5E9B3DB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E5A4A-832B-421B-9626-1354D8B7D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8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113</Words>
  <Application>Microsoft Office PowerPoint</Application>
  <PresentationFormat>와이드스크린</PresentationFormat>
  <Paragraphs>45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Meiryo UI</vt:lpstr>
      <vt:lpstr>맑은 고딕</vt:lpstr>
      <vt:lpstr>Arial</vt:lpstr>
      <vt:lpstr>Office 테마</vt:lpstr>
      <vt:lpstr>Process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</dc:title>
  <dc:creator>User</dc:creator>
  <cp:lastModifiedBy>User</cp:lastModifiedBy>
  <cp:revision>2</cp:revision>
  <dcterms:created xsi:type="dcterms:W3CDTF">2026-01-05T01:28:47Z</dcterms:created>
  <dcterms:modified xsi:type="dcterms:W3CDTF">2026-01-05T01:45:41Z</dcterms:modified>
</cp:coreProperties>
</file>